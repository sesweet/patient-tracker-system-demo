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3"/>
    <p:restoredTop sz="94686"/>
  </p:normalViewPr>
  <p:slideViewPr>
    <p:cSldViewPr snapToGrid="0">
      <p:cViewPr varScale="1">
        <p:scale>
          <a:sx n="58" d="100"/>
          <a:sy n="58" d="100"/>
        </p:scale>
        <p:origin x="21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A5DB9-4B85-5A51-E650-D841844C2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A1778-7618-36E0-2BCB-F14CA919A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5EF7-1A3F-F9EB-BE9F-37D37C73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B0505-24BD-CB7F-F67F-21BD7A74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1FCA-D82B-36F9-8D22-8A636792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1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E243-5513-C478-89D8-CCFFC073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AB3B-D6B3-1BDF-6755-FA0CFD7AF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2AE36-5E2E-0B40-BBCB-4F251E70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06BB-771D-2CF1-40CC-5312C80B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184A2-0897-AC6D-C955-885FC866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8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2102-1E68-0596-77D6-811E98E9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3EF5-73EF-D363-609F-5863B0B29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A5026-0761-1B7D-F0CC-ADFEE779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26F77-5C35-5378-329C-69453944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B8170-94AC-336B-7E49-D0215902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2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2AC8-5FE8-5695-119C-A76652F5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ACEA2-716E-BC4E-B0DC-7246FA7B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C316C-53B1-785D-F51F-361F4E250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864CE-184C-2296-6CD5-5E1A02C6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1D1B1-4B7C-7306-8DD7-E97EF4E0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C5735-36E9-8F23-3282-DB409143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1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CD6E-52F1-C7E6-5981-B4C315F1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606E8-AA78-CC03-9FCE-0C28D614F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79D83-971B-5EEA-A5F7-C82C7A2B2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7FDE6-2FF3-36D9-692A-D20947153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0D1B3-DDFC-7270-069C-B38A2F5D6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75FF0-C19C-511E-5DB9-C9ABDA8F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BDFAD-93E0-D115-18B7-AAFF442C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8AF18-5A76-9182-5C30-396D9694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E2EA-E32A-EB37-413A-4B70EC0A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E3215-026D-9C7A-5B6E-C3D53569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94F9E-651A-C6E5-5E3C-B8EC3855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858A1-A8A6-3133-7C13-B5CA8FB6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4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BCCA9-A6D2-0943-5A38-6E70A164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ED584-5968-2819-0FD0-9A934125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739E2-B5CE-C0B8-EF68-A22FBE2E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2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DA2F-5390-48F8-AFC8-2496FE28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2631B-E95E-C302-16DE-539A260D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53184-1DC5-633D-1CEF-4E45A8A8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31D00-2B3A-B9D5-2799-4075B370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833CF-117F-FCF8-9144-2DD67AD1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84A41-0E72-8546-37EE-6FE2BC30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1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D34E-2935-7F0F-387E-240DE757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91A41-FA64-66CF-E7E3-0E6B31838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6CBAE-AFF8-8707-208C-8DED53503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1C826-DF4D-951F-A070-C4C3C241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51ABE-0342-0EA2-3B71-AA19FA69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EC3D8-644C-3251-0CEA-63285309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0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13A0-2EB0-1176-3573-89133A9A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F664B-5935-9FFC-AF2F-70B5529B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C4CFC-2B50-8699-6975-E99DAB31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ACD37-AE8F-66F3-0F35-AB71A1DD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9956F-D144-988A-CDA9-D7EF5EE0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9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155B8-BE45-099A-EDC9-9389FBD1C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66264-F249-85A4-A451-490083E4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0FD6-13FD-8138-6AA8-2B251669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A22C5-BF05-3EC6-74C5-099AC429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4C47-17E3-F704-2AFE-0B8229FB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1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B8860-8AA6-D6DA-0E81-7F11A916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F538E-417F-F896-6DDC-A0B989D9F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CAB57-20D5-3F2E-7880-EE957CE8A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BE756-72B1-564C-8683-D76990C68A2F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E5172-84ED-F88C-1C56-CAE2E13DA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3C9EC-ABF9-449C-8F9C-8A6A9066A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D3DD9-8340-6E47-B412-A3647A127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9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3429-654B-2813-C2B8-17CA9F0E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914" y="1041400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Patient Tracker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F7700-2D5C-9DBB-F26A-310671F87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5714" y="3828404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Simplifying Healthcare for Patients, Providers, and Administrators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By: Sarah Sweet</a:t>
            </a:r>
          </a:p>
        </p:txBody>
      </p:sp>
    </p:spTree>
    <p:extLst>
      <p:ext uri="{BB962C8B-B14F-4D97-AF65-F5344CB8AC3E}">
        <p14:creationId xmlns:p14="http://schemas.microsoft.com/office/powerpoint/2010/main" val="393970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07F0-A445-2338-2CEB-B31EAEE1C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94153"/>
            <a:ext cx="8610600" cy="132556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use the Patient Tracker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DEDA5-CC25-912A-7295-C7406F101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10600" cy="453163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Problems: 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Patients have long wait times to schedule appointments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 way to view their full medical record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 direct communication with Providers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Administrators have a higher workload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Patients may not remain on the phone to schedule necessary appointments, leading to poorer health results. Administrators also have a heavier workload. Providers must keep track of their own schedules.</a:t>
            </a: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Patient Tracker System can help with all these issues!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91B809-DD0E-678C-1A9E-19D6B2248309}"/>
              </a:ext>
            </a:extLst>
          </p:cNvPr>
          <p:cNvSpPr txBox="1">
            <a:spLocks/>
          </p:cNvSpPr>
          <p:nvPr/>
        </p:nvSpPr>
        <p:spPr>
          <a:xfrm>
            <a:off x="838200" y="4306887"/>
            <a:ext cx="10515600" cy="177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5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3284-569E-6EAB-F12D-8D36C83F6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8013D-8F08-000D-2A7A-1C35D18E3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581571" cy="448808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Patient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View appointments and their medical records, request prescription refills, and communicate with providers directly.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Provider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View patient information, schedule, and communicate with patients.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Administrator: Schedule/Manage appointments for patients, view provider schedules</a:t>
            </a:r>
          </a:p>
        </p:txBody>
      </p:sp>
    </p:spTree>
    <p:extLst>
      <p:ext uri="{BB962C8B-B14F-4D97-AF65-F5344CB8AC3E}">
        <p14:creationId xmlns:p14="http://schemas.microsoft.com/office/powerpoint/2010/main" val="201194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684D-94C9-567B-7B30-C94BBA27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Demo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042D-08F6-288D-2AF8-CB5F02C65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 creates an account and logs in.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patient can schedule new appointments.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patient can view existing appointments.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Patients can view medical records. </a:t>
            </a:r>
          </a:p>
        </p:txBody>
      </p:sp>
    </p:spTree>
    <p:extLst>
      <p:ext uri="{BB962C8B-B14F-4D97-AF65-F5344CB8AC3E}">
        <p14:creationId xmlns:p14="http://schemas.microsoft.com/office/powerpoint/2010/main" val="256052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8483-B7F6-D354-C6C6-9D8747B2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A4ED2-A8DE-D1DB-5E46-51491AD76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Provider/ Admin Views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Finish implementing all the use cases into the website.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Request prescription refills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Message Provider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40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195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The Patient Tracker System</vt:lpstr>
      <vt:lpstr>Why use the Patient Tracker System?</vt:lpstr>
      <vt:lpstr>Key Features</vt:lpstr>
      <vt:lpstr>Demo Roadmap</vt:lpstr>
      <vt:lpstr>Future 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Sweet, Sarah E</dc:creator>
  <cp:lastModifiedBy>Sweet, Sarah E</cp:lastModifiedBy>
  <cp:revision>3</cp:revision>
  <dcterms:created xsi:type="dcterms:W3CDTF">2025-10-24T01:07:04Z</dcterms:created>
  <dcterms:modified xsi:type="dcterms:W3CDTF">2025-10-24T18:01:40Z</dcterms:modified>
</cp:coreProperties>
</file>